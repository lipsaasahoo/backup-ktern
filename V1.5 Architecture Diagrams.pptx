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F409C-E21C-4BC8-AE9A-3D85B4B471B2}" v="75" dt="2026-01-06T06:06:10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son Frainlar" userId="6d024516-93e5-4161-8b28-a9c3ff635c54" providerId="ADAL" clId="{DF353FD2-6154-4E3E-A57B-5488950BD123}"/>
    <pc:docChg chg="undo custSel modSld">
      <pc:chgData name="Edson Frainlar" userId="6d024516-93e5-4161-8b28-a9c3ff635c54" providerId="ADAL" clId="{DF353FD2-6154-4E3E-A57B-5488950BD123}" dt="2026-01-19T13:48:37.403" v="3362" actId="207"/>
      <pc:docMkLst>
        <pc:docMk/>
      </pc:docMkLst>
      <pc:sldChg chg="addSp delSp modSp mod">
        <pc:chgData name="Edson Frainlar" userId="6d024516-93e5-4161-8b28-a9c3ff635c54" providerId="ADAL" clId="{DF353FD2-6154-4E3E-A57B-5488950BD123}" dt="2026-01-19T13:48:37.403" v="3362" actId="207"/>
        <pc:sldMkLst>
          <pc:docMk/>
          <pc:sldMk cId="1498878333" sldId="256"/>
        </pc:sldMkLst>
        <pc:spChg chg="mod">
          <ac:chgData name="Edson Frainlar" userId="6d024516-93e5-4161-8b28-a9c3ff635c54" providerId="ADAL" clId="{DF353FD2-6154-4E3E-A57B-5488950BD123}" dt="2026-01-05T22:45:43.868" v="2796" actId="14100"/>
          <ac:spMkLst>
            <pc:docMk/>
            <pc:sldMk cId="1498878333" sldId="256"/>
            <ac:spMk id="4" creationId="{74AA7D24-40BB-B99E-83ED-9162ADAC5D62}"/>
          </ac:spMkLst>
        </pc:spChg>
        <pc:spChg chg="add mod">
          <ac:chgData name="Edson Frainlar" userId="6d024516-93e5-4161-8b28-a9c3ff635c54" providerId="ADAL" clId="{DF353FD2-6154-4E3E-A57B-5488950BD123}" dt="2026-01-05T20:57:16.635" v="286" actId="2711"/>
          <ac:spMkLst>
            <pc:docMk/>
            <pc:sldMk cId="1498878333" sldId="256"/>
            <ac:spMk id="5" creationId="{C1AD49BD-54B0-4138-FC2F-0F7A55CE3F07}"/>
          </ac:spMkLst>
        </pc:spChg>
        <pc:spChg chg="add mod">
          <ac:chgData name="Edson Frainlar" userId="6d024516-93e5-4161-8b28-a9c3ff635c54" providerId="ADAL" clId="{DF353FD2-6154-4E3E-A57B-5488950BD123}" dt="2026-01-19T13:42:59.965" v="3314" actId="207"/>
          <ac:spMkLst>
            <pc:docMk/>
            <pc:sldMk cId="1498878333" sldId="256"/>
            <ac:spMk id="6" creationId="{2331B61C-8180-93AD-20AE-C6750F31C3B0}"/>
          </ac:spMkLst>
        </pc:spChg>
        <pc:spChg chg="add mod">
          <ac:chgData name="Edson Frainlar" userId="6d024516-93e5-4161-8b28-a9c3ff635c54" providerId="ADAL" clId="{DF353FD2-6154-4E3E-A57B-5488950BD123}" dt="2026-01-19T13:43:53.840" v="3333" actId="20577"/>
          <ac:spMkLst>
            <pc:docMk/>
            <pc:sldMk cId="1498878333" sldId="256"/>
            <ac:spMk id="7" creationId="{952E49ED-DA9F-EF53-0BB2-0544E99EFC6B}"/>
          </ac:spMkLst>
        </pc:spChg>
        <pc:spChg chg="add mod">
          <ac:chgData name="Edson Frainlar" userId="6d024516-93e5-4161-8b28-a9c3ff635c54" providerId="ADAL" clId="{DF353FD2-6154-4E3E-A57B-5488950BD123}" dt="2026-01-19T13:44:00.535" v="3346" actId="20577"/>
          <ac:spMkLst>
            <pc:docMk/>
            <pc:sldMk cId="1498878333" sldId="256"/>
            <ac:spMk id="8" creationId="{7F912337-3976-CA8D-9076-BDB2DFB11143}"/>
          </ac:spMkLst>
        </pc:spChg>
        <pc:spChg chg="add mod">
          <ac:chgData name="Edson Frainlar" userId="6d024516-93e5-4161-8b28-a9c3ff635c54" providerId="ADAL" clId="{DF353FD2-6154-4E3E-A57B-5488950BD123}" dt="2026-01-19T13:44:05.976" v="3352" actId="20577"/>
          <ac:spMkLst>
            <pc:docMk/>
            <pc:sldMk cId="1498878333" sldId="256"/>
            <ac:spMk id="9" creationId="{4F04FE72-BE3D-8471-E391-EE51101CF4B5}"/>
          </ac:spMkLst>
        </pc:spChg>
        <pc:spChg chg="add mod">
          <ac:chgData name="Edson Frainlar" userId="6d024516-93e5-4161-8b28-a9c3ff635c54" providerId="ADAL" clId="{DF353FD2-6154-4E3E-A57B-5488950BD123}" dt="2026-01-19T13:45:41.379" v="3356" actId="207"/>
          <ac:spMkLst>
            <pc:docMk/>
            <pc:sldMk cId="1498878333" sldId="256"/>
            <ac:spMk id="10" creationId="{4F9E7349-67C8-8C42-8CBA-B89010053839}"/>
          </ac:spMkLst>
        </pc:spChg>
        <pc:spChg chg="add mod">
          <ac:chgData name="Edson Frainlar" userId="6d024516-93e5-4161-8b28-a9c3ff635c54" providerId="ADAL" clId="{DF353FD2-6154-4E3E-A57B-5488950BD123}" dt="2026-01-19T13:43:14.876" v="3319" actId="207"/>
          <ac:spMkLst>
            <pc:docMk/>
            <pc:sldMk cId="1498878333" sldId="256"/>
            <ac:spMk id="11" creationId="{E86889F3-F686-DD5A-C870-F908D1CDEF28}"/>
          </ac:spMkLst>
        </pc:spChg>
        <pc:spChg chg="add mod">
          <ac:chgData name="Edson Frainlar" userId="6d024516-93e5-4161-8b28-a9c3ff635c54" providerId="ADAL" clId="{DF353FD2-6154-4E3E-A57B-5488950BD123}" dt="2026-01-19T13:45:50.476" v="3357" actId="207"/>
          <ac:spMkLst>
            <pc:docMk/>
            <pc:sldMk cId="1498878333" sldId="256"/>
            <ac:spMk id="12" creationId="{33B518C6-297C-D0B6-0144-0FF1578F5D21}"/>
          </ac:spMkLst>
        </pc:spChg>
        <pc:spChg chg="add mod">
          <ac:chgData name="Edson Frainlar" userId="6d024516-93e5-4161-8b28-a9c3ff635c54" providerId="ADAL" clId="{DF353FD2-6154-4E3E-A57B-5488950BD123}" dt="2026-01-05T22:45:29.934" v="2781" actId="14100"/>
          <ac:spMkLst>
            <pc:docMk/>
            <pc:sldMk cId="1498878333" sldId="256"/>
            <ac:spMk id="13" creationId="{9E1FD072-78CA-837D-5769-99AAA7553B8B}"/>
          </ac:spMkLst>
        </pc:spChg>
        <pc:spChg chg="add mod">
          <ac:chgData name="Edson Frainlar" userId="6d024516-93e5-4161-8b28-a9c3ff635c54" providerId="ADAL" clId="{DF353FD2-6154-4E3E-A57B-5488950BD123}" dt="2026-01-05T22:21:59.249" v="2271" actId="1035"/>
          <ac:spMkLst>
            <pc:docMk/>
            <pc:sldMk cId="1498878333" sldId="256"/>
            <ac:spMk id="14" creationId="{53C331AD-D3E9-0C22-71A3-2EF9B7D1ADC3}"/>
          </ac:spMkLst>
        </pc:spChg>
        <pc:spChg chg="add mod">
          <ac:chgData name="Edson Frainlar" userId="6d024516-93e5-4161-8b28-a9c3ff635c54" providerId="ADAL" clId="{DF353FD2-6154-4E3E-A57B-5488950BD123}" dt="2026-01-19T13:40:48.038" v="3292" actId="207"/>
          <ac:spMkLst>
            <pc:docMk/>
            <pc:sldMk cId="1498878333" sldId="256"/>
            <ac:spMk id="15" creationId="{0A921AD6-9C74-9B76-0477-A984BD402978}"/>
          </ac:spMkLst>
        </pc:spChg>
        <pc:spChg chg="add mod">
          <ac:chgData name="Edson Frainlar" userId="6d024516-93e5-4161-8b28-a9c3ff635c54" providerId="ADAL" clId="{DF353FD2-6154-4E3E-A57B-5488950BD123}" dt="2026-01-19T13:40:51.190" v="3293" actId="207"/>
          <ac:spMkLst>
            <pc:docMk/>
            <pc:sldMk cId="1498878333" sldId="256"/>
            <ac:spMk id="16" creationId="{C738A421-5D4A-8EC9-265C-B54DC4F9EABF}"/>
          </ac:spMkLst>
        </pc:spChg>
        <pc:spChg chg="add mod">
          <ac:chgData name="Edson Frainlar" userId="6d024516-93e5-4161-8b28-a9c3ff635c54" providerId="ADAL" clId="{DF353FD2-6154-4E3E-A57B-5488950BD123}" dt="2026-01-19T13:41:00.702" v="3295" actId="207"/>
          <ac:spMkLst>
            <pc:docMk/>
            <pc:sldMk cId="1498878333" sldId="256"/>
            <ac:spMk id="22" creationId="{A2D1EEDC-E4B3-26D5-2569-A33249C04C6B}"/>
          </ac:spMkLst>
        </pc:spChg>
        <pc:spChg chg="add mod">
          <ac:chgData name="Edson Frainlar" userId="6d024516-93e5-4161-8b28-a9c3ff635c54" providerId="ADAL" clId="{DF353FD2-6154-4E3E-A57B-5488950BD123}" dt="2026-01-05T21:49:02.459" v="1683" actId="1076"/>
          <ac:spMkLst>
            <pc:docMk/>
            <pc:sldMk cId="1498878333" sldId="256"/>
            <ac:spMk id="23" creationId="{A643939D-9D6A-B97B-43FE-2BD3B0F181D2}"/>
          </ac:spMkLst>
        </pc:spChg>
        <pc:spChg chg="add mod">
          <ac:chgData name="Edson Frainlar" userId="6d024516-93e5-4161-8b28-a9c3ff635c54" providerId="ADAL" clId="{DF353FD2-6154-4E3E-A57B-5488950BD123}" dt="2026-01-05T21:48:58.017" v="1682" actId="14100"/>
          <ac:spMkLst>
            <pc:docMk/>
            <pc:sldMk cId="1498878333" sldId="256"/>
            <ac:spMk id="24" creationId="{77C653AE-40CE-8073-D3BD-645722B1A9EC}"/>
          </ac:spMkLst>
        </pc:spChg>
        <pc:spChg chg="add mod">
          <ac:chgData name="Edson Frainlar" userId="6d024516-93e5-4161-8b28-a9c3ff635c54" providerId="ADAL" clId="{DF353FD2-6154-4E3E-A57B-5488950BD123}" dt="2026-01-19T13:46:33.679" v="3360" actId="207"/>
          <ac:spMkLst>
            <pc:docMk/>
            <pc:sldMk cId="1498878333" sldId="256"/>
            <ac:spMk id="25" creationId="{CC6CD2CB-3403-821D-50A3-0186B0B46723}"/>
          </ac:spMkLst>
        </pc:spChg>
        <pc:spChg chg="add mod">
          <ac:chgData name="Edson Frainlar" userId="6d024516-93e5-4161-8b28-a9c3ff635c54" providerId="ADAL" clId="{DF353FD2-6154-4E3E-A57B-5488950BD123}" dt="2026-01-05T23:07:50.743" v="3208" actId="1076"/>
          <ac:spMkLst>
            <pc:docMk/>
            <pc:sldMk cId="1498878333" sldId="256"/>
            <ac:spMk id="26" creationId="{1CF50C54-890A-E592-1685-F42B99BDD9F7}"/>
          </ac:spMkLst>
        </pc:spChg>
        <pc:spChg chg="add mod">
          <ac:chgData name="Edson Frainlar" userId="6d024516-93e5-4161-8b28-a9c3ff635c54" providerId="ADAL" clId="{DF353FD2-6154-4E3E-A57B-5488950BD123}" dt="2026-01-19T13:48:37.403" v="3362" actId="207"/>
          <ac:spMkLst>
            <pc:docMk/>
            <pc:sldMk cId="1498878333" sldId="256"/>
            <ac:spMk id="27" creationId="{A2797AEA-A97A-7343-4934-A51B09C1F2AF}"/>
          </ac:spMkLst>
        </pc:spChg>
        <pc:spChg chg="add mod">
          <ac:chgData name="Edson Frainlar" userId="6d024516-93e5-4161-8b28-a9c3ff635c54" providerId="ADAL" clId="{DF353FD2-6154-4E3E-A57B-5488950BD123}" dt="2026-01-19T13:40:54.082" v="3294" actId="207"/>
          <ac:spMkLst>
            <pc:docMk/>
            <pc:sldMk cId="1498878333" sldId="256"/>
            <ac:spMk id="29" creationId="{B243110E-B406-FDDB-29CD-3DD9A31673F5}"/>
          </ac:spMkLst>
        </pc:spChg>
        <pc:spChg chg="add mod">
          <ac:chgData name="Edson Frainlar" userId="6d024516-93e5-4161-8b28-a9c3ff635c54" providerId="ADAL" clId="{DF353FD2-6154-4E3E-A57B-5488950BD123}" dt="2026-01-05T21:45:08.293" v="1596" actId="1036"/>
          <ac:spMkLst>
            <pc:docMk/>
            <pc:sldMk cId="1498878333" sldId="256"/>
            <ac:spMk id="30" creationId="{D23382D6-9AC2-B082-A961-D2051EAAAD3A}"/>
          </ac:spMkLst>
        </pc:spChg>
        <pc:spChg chg="add mod">
          <ac:chgData name="Edson Frainlar" userId="6d024516-93e5-4161-8b28-a9c3ff635c54" providerId="ADAL" clId="{DF353FD2-6154-4E3E-A57B-5488950BD123}" dt="2026-01-05T23:07:50.743" v="3208" actId="1076"/>
          <ac:spMkLst>
            <pc:docMk/>
            <pc:sldMk cId="1498878333" sldId="256"/>
            <ac:spMk id="31" creationId="{6E513292-16E6-DCEA-7890-30853157A583}"/>
          </ac:spMkLst>
        </pc:spChg>
        <pc:spChg chg="add mod">
          <ac:chgData name="Edson Frainlar" userId="6d024516-93e5-4161-8b28-a9c3ff635c54" providerId="ADAL" clId="{DF353FD2-6154-4E3E-A57B-5488950BD123}" dt="2026-01-05T23:07:50.743" v="3208" actId="1076"/>
          <ac:spMkLst>
            <pc:docMk/>
            <pc:sldMk cId="1498878333" sldId="256"/>
            <ac:spMk id="32" creationId="{D0E89B39-0E90-2FA5-72C6-861DA10197BB}"/>
          </ac:spMkLst>
        </pc:spChg>
        <pc:spChg chg="add mod">
          <ac:chgData name="Edson Frainlar" userId="6d024516-93e5-4161-8b28-a9c3ff635c54" providerId="ADAL" clId="{DF353FD2-6154-4E3E-A57B-5488950BD123}" dt="2026-01-19T13:41:10.698" v="3296" actId="207"/>
          <ac:spMkLst>
            <pc:docMk/>
            <pc:sldMk cId="1498878333" sldId="256"/>
            <ac:spMk id="35" creationId="{A69C6C12-9CAC-D7BA-DFCC-B233DC53D933}"/>
          </ac:spMkLst>
        </pc:spChg>
        <pc:spChg chg="add mod">
          <ac:chgData name="Edson Frainlar" userId="6d024516-93e5-4161-8b28-a9c3ff635c54" providerId="ADAL" clId="{DF353FD2-6154-4E3E-A57B-5488950BD123}" dt="2026-01-05T22:22:05.899" v="2293" actId="1035"/>
          <ac:spMkLst>
            <pc:docMk/>
            <pc:sldMk cId="1498878333" sldId="256"/>
            <ac:spMk id="36" creationId="{CB73071B-CD26-6999-F8CD-13E4E779D763}"/>
          </ac:spMkLst>
        </pc:spChg>
        <pc:spChg chg="add mod">
          <ac:chgData name="Edson Frainlar" userId="6d024516-93e5-4161-8b28-a9c3ff635c54" providerId="ADAL" clId="{DF353FD2-6154-4E3E-A57B-5488950BD123}" dt="2026-01-05T21:53:24.284" v="1770" actId="14100"/>
          <ac:spMkLst>
            <pc:docMk/>
            <pc:sldMk cId="1498878333" sldId="256"/>
            <ac:spMk id="37" creationId="{B46CC218-BA16-E3FA-8A97-C64893D61101}"/>
          </ac:spMkLst>
        </pc:spChg>
        <pc:spChg chg="add mod">
          <ac:chgData name="Edson Frainlar" userId="6d024516-93e5-4161-8b28-a9c3ff635c54" providerId="ADAL" clId="{DF353FD2-6154-4E3E-A57B-5488950BD123}" dt="2026-01-05T22:22:05.899" v="2293" actId="1035"/>
          <ac:spMkLst>
            <pc:docMk/>
            <pc:sldMk cId="1498878333" sldId="256"/>
            <ac:spMk id="38" creationId="{E8AFBB8D-AE38-5009-B761-1DD13A885E09}"/>
          </ac:spMkLst>
        </pc:spChg>
        <pc:spChg chg="add mod">
          <ac:chgData name="Edson Frainlar" userId="6d024516-93e5-4161-8b28-a9c3ff635c54" providerId="ADAL" clId="{DF353FD2-6154-4E3E-A57B-5488950BD123}" dt="2026-01-19T13:42:23.235" v="3307" actId="207"/>
          <ac:spMkLst>
            <pc:docMk/>
            <pc:sldMk cId="1498878333" sldId="256"/>
            <ac:spMk id="45" creationId="{ACAFC3E0-3B6F-1AF9-1336-50367D2FBA72}"/>
          </ac:spMkLst>
        </pc:spChg>
        <pc:spChg chg="add mod">
          <ac:chgData name="Edson Frainlar" userId="6d024516-93e5-4161-8b28-a9c3ff635c54" providerId="ADAL" clId="{DF353FD2-6154-4E3E-A57B-5488950BD123}" dt="2026-01-19T13:48:14.077" v="3361" actId="207"/>
          <ac:spMkLst>
            <pc:docMk/>
            <pc:sldMk cId="1498878333" sldId="256"/>
            <ac:spMk id="47" creationId="{B10AB9FE-90DC-76B7-6986-5434FEACD429}"/>
          </ac:spMkLst>
        </pc:spChg>
        <pc:spChg chg="add mod">
          <ac:chgData name="Edson Frainlar" userId="6d024516-93e5-4161-8b28-a9c3ff635c54" providerId="ADAL" clId="{DF353FD2-6154-4E3E-A57B-5488950BD123}" dt="2026-01-05T22:45:24.774" v="2780" actId="1036"/>
          <ac:spMkLst>
            <pc:docMk/>
            <pc:sldMk cId="1498878333" sldId="256"/>
            <ac:spMk id="48" creationId="{8DC89739-C06A-7BC2-154A-229217E873BC}"/>
          </ac:spMkLst>
        </pc:spChg>
        <pc:spChg chg="add mod">
          <ac:chgData name="Edson Frainlar" userId="6d024516-93e5-4161-8b28-a9c3ff635c54" providerId="ADAL" clId="{DF353FD2-6154-4E3E-A57B-5488950BD123}" dt="2026-01-05T22:45:24.774" v="2780" actId="1036"/>
          <ac:spMkLst>
            <pc:docMk/>
            <pc:sldMk cId="1498878333" sldId="256"/>
            <ac:spMk id="49" creationId="{377CAE70-65FC-326B-3730-9502B3512399}"/>
          </ac:spMkLst>
        </pc:spChg>
        <pc:spChg chg="add mod">
          <ac:chgData name="Edson Frainlar" userId="6d024516-93e5-4161-8b28-a9c3ff635c54" providerId="ADAL" clId="{DF353FD2-6154-4E3E-A57B-5488950BD123}" dt="2026-01-05T22:45:24.774" v="2780" actId="1036"/>
          <ac:spMkLst>
            <pc:docMk/>
            <pc:sldMk cId="1498878333" sldId="256"/>
            <ac:spMk id="50" creationId="{4A268CEE-3AC5-9877-B07F-A71D10CE3A7F}"/>
          </ac:spMkLst>
        </pc:spChg>
        <pc:spChg chg="add mod">
          <ac:chgData name="Edson Frainlar" userId="6d024516-93e5-4161-8b28-a9c3ff635c54" providerId="ADAL" clId="{DF353FD2-6154-4E3E-A57B-5488950BD123}" dt="2026-01-19T13:41:47.198" v="3298" actId="207"/>
          <ac:spMkLst>
            <pc:docMk/>
            <pc:sldMk cId="1498878333" sldId="256"/>
            <ac:spMk id="51" creationId="{6CC9FBB3-1C29-A720-2725-399333E37FF6}"/>
          </ac:spMkLst>
        </pc:spChg>
        <pc:spChg chg="add mod">
          <ac:chgData name="Edson Frainlar" userId="6d024516-93e5-4161-8b28-a9c3ff635c54" providerId="ADAL" clId="{DF353FD2-6154-4E3E-A57B-5488950BD123}" dt="2026-01-05T21:56:30.590" v="1794" actId="1076"/>
          <ac:spMkLst>
            <pc:docMk/>
            <pc:sldMk cId="1498878333" sldId="256"/>
            <ac:spMk id="52" creationId="{B49FF0BD-3AE7-F64E-1E03-8CFBB8B983EF}"/>
          </ac:spMkLst>
        </pc:spChg>
        <pc:spChg chg="add mod">
          <ac:chgData name="Edson Frainlar" userId="6d024516-93e5-4161-8b28-a9c3ff635c54" providerId="ADAL" clId="{DF353FD2-6154-4E3E-A57B-5488950BD123}" dt="2026-01-05T23:07:50.743" v="3208" actId="1076"/>
          <ac:spMkLst>
            <pc:docMk/>
            <pc:sldMk cId="1498878333" sldId="256"/>
            <ac:spMk id="53" creationId="{E73683A7-9103-3CCF-1727-E7098BFD0F24}"/>
          </ac:spMkLst>
        </pc:spChg>
        <pc:spChg chg="add mod">
          <ac:chgData name="Edson Frainlar" userId="6d024516-93e5-4161-8b28-a9c3ff635c54" providerId="ADAL" clId="{DF353FD2-6154-4E3E-A57B-5488950BD123}" dt="2026-01-05T22:45:51.110" v="2800" actId="1036"/>
          <ac:spMkLst>
            <pc:docMk/>
            <pc:sldMk cId="1498878333" sldId="256"/>
            <ac:spMk id="54" creationId="{03E36506-A033-1636-12AB-EE2381D3E6E9}"/>
          </ac:spMkLst>
        </pc:spChg>
        <pc:spChg chg="add mod">
          <ac:chgData name="Edson Frainlar" userId="6d024516-93e5-4161-8b28-a9c3ff635c54" providerId="ADAL" clId="{DF353FD2-6154-4E3E-A57B-5488950BD123}" dt="2026-01-05T22:22:05.899" v="2293" actId="1035"/>
          <ac:spMkLst>
            <pc:docMk/>
            <pc:sldMk cId="1498878333" sldId="256"/>
            <ac:spMk id="55" creationId="{DDCAAC67-00F8-767B-ED2D-73E8227F366B}"/>
          </ac:spMkLst>
        </pc:spChg>
        <pc:spChg chg="add mod">
          <ac:chgData name="Edson Frainlar" userId="6d024516-93e5-4161-8b28-a9c3ff635c54" providerId="ADAL" clId="{DF353FD2-6154-4E3E-A57B-5488950BD123}" dt="2026-01-05T22:19:56.274" v="2248" actId="1035"/>
          <ac:spMkLst>
            <pc:docMk/>
            <pc:sldMk cId="1498878333" sldId="256"/>
            <ac:spMk id="56" creationId="{8B63ACFB-0B84-C6FB-F4A7-DDC45CEBA7D8}"/>
          </ac:spMkLst>
        </pc:spChg>
        <pc:spChg chg="add mod">
          <ac:chgData name="Edson Frainlar" userId="6d024516-93e5-4161-8b28-a9c3ff635c54" providerId="ADAL" clId="{DF353FD2-6154-4E3E-A57B-5488950BD123}" dt="2026-01-19T13:42:32.972" v="3309" actId="207"/>
          <ac:spMkLst>
            <pc:docMk/>
            <pc:sldMk cId="1498878333" sldId="256"/>
            <ac:spMk id="57" creationId="{9141BF11-AE29-A8AB-B461-371638DFD30A}"/>
          </ac:spMkLst>
        </pc:spChg>
        <pc:spChg chg="add mod">
          <ac:chgData name="Edson Frainlar" userId="6d024516-93e5-4161-8b28-a9c3ff635c54" providerId="ADAL" clId="{DF353FD2-6154-4E3E-A57B-5488950BD123}" dt="2026-01-05T22:45:51.110" v="2800" actId="1036"/>
          <ac:spMkLst>
            <pc:docMk/>
            <pc:sldMk cId="1498878333" sldId="256"/>
            <ac:spMk id="58" creationId="{5696E778-4D94-5C47-3288-48EFD1E091AB}"/>
          </ac:spMkLst>
        </pc:spChg>
        <pc:spChg chg="add mod">
          <ac:chgData name="Edson Frainlar" userId="6d024516-93e5-4161-8b28-a9c3ff635c54" providerId="ADAL" clId="{DF353FD2-6154-4E3E-A57B-5488950BD123}" dt="2026-01-05T23:07:50.743" v="3208" actId="1076"/>
          <ac:spMkLst>
            <pc:docMk/>
            <pc:sldMk cId="1498878333" sldId="256"/>
            <ac:spMk id="59" creationId="{EECD0BEF-2F7C-FDA3-711B-BB64894C25E4}"/>
          </ac:spMkLst>
        </pc:spChg>
        <pc:spChg chg="add mod">
          <ac:chgData name="Edson Frainlar" userId="6d024516-93e5-4161-8b28-a9c3ff635c54" providerId="ADAL" clId="{DF353FD2-6154-4E3E-A57B-5488950BD123}" dt="2026-01-05T22:22:05.899" v="2293" actId="1035"/>
          <ac:spMkLst>
            <pc:docMk/>
            <pc:sldMk cId="1498878333" sldId="256"/>
            <ac:spMk id="60" creationId="{3FD27B6F-FF8C-F0DD-7652-173A76CDDE9B}"/>
          </ac:spMkLst>
        </pc:spChg>
        <pc:spChg chg="add mod">
          <ac:chgData name="Edson Frainlar" userId="6d024516-93e5-4161-8b28-a9c3ff635c54" providerId="ADAL" clId="{DF353FD2-6154-4E3E-A57B-5488950BD123}" dt="2026-01-05T21:45:08.293" v="1596" actId="1036"/>
          <ac:spMkLst>
            <pc:docMk/>
            <pc:sldMk cId="1498878333" sldId="256"/>
            <ac:spMk id="61" creationId="{898534B4-1B36-FD08-3CF2-573240DADDE9}"/>
          </ac:spMkLst>
        </pc:spChg>
        <pc:spChg chg="add mod">
          <ac:chgData name="Edson Frainlar" userId="6d024516-93e5-4161-8b28-a9c3ff635c54" providerId="ADAL" clId="{DF353FD2-6154-4E3E-A57B-5488950BD123}" dt="2026-01-05T22:45:51.110" v="2800" actId="1036"/>
          <ac:spMkLst>
            <pc:docMk/>
            <pc:sldMk cId="1498878333" sldId="256"/>
            <ac:spMk id="62" creationId="{4AB61BF4-1FC9-FA03-6CA8-8C5F512D5948}"/>
          </ac:spMkLst>
        </pc:spChg>
        <pc:spChg chg="add mod">
          <ac:chgData name="Edson Frainlar" userId="6d024516-93e5-4161-8b28-a9c3ff635c54" providerId="ADAL" clId="{DF353FD2-6154-4E3E-A57B-5488950BD123}" dt="2026-01-05T22:45:51.110" v="2800" actId="1036"/>
          <ac:spMkLst>
            <pc:docMk/>
            <pc:sldMk cId="1498878333" sldId="256"/>
            <ac:spMk id="63" creationId="{B80FBDD6-173A-EC61-B67A-2E8B5EDE4BBC}"/>
          </ac:spMkLst>
        </pc:spChg>
        <pc:spChg chg="add mod">
          <ac:chgData name="Edson Frainlar" userId="6d024516-93e5-4161-8b28-a9c3ff635c54" providerId="ADAL" clId="{DF353FD2-6154-4E3E-A57B-5488950BD123}" dt="2026-01-05T22:22:05.899" v="2293" actId="1035"/>
          <ac:spMkLst>
            <pc:docMk/>
            <pc:sldMk cId="1498878333" sldId="256"/>
            <ac:spMk id="64" creationId="{1278156E-02B2-A9C9-D276-9E660461BCDA}"/>
          </ac:spMkLst>
        </pc:spChg>
        <pc:spChg chg="add mod">
          <ac:chgData name="Edson Frainlar" userId="6d024516-93e5-4161-8b28-a9c3ff635c54" providerId="ADAL" clId="{DF353FD2-6154-4E3E-A57B-5488950BD123}" dt="2026-01-19T13:42:37.385" v="3310" actId="207"/>
          <ac:spMkLst>
            <pc:docMk/>
            <pc:sldMk cId="1498878333" sldId="256"/>
            <ac:spMk id="65" creationId="{8F9382E6-6262-17F6-9FC5-A851371C8A91}"/>
          </ac:spMkLst>
        </pc:spChg>
        <pc:spChg chg="add mod">
          <ac:chgData name="Edson Frainlar" userId="6d024516-93e5-4161-8b28-a9c3ff635c54" providerId="ADAL" clId="{DF353FD2-6154-4E3E-A57B-5488950BD123}" dt="2026-01-19T13:42:41.882" v="3311" actId="207"/>
          <ac:spMkLst>
            <pc:docMk/>
            <pc:sldMk cId="1498878333" sldId="256"/>
            <ac:spMk id="67" creationId="{0EBE8D31-2282-103E-2884-07705E0E2D3A}"/>
          </ac:spMkLst>
        </pc:spChg>
        <pc:spChg chg="add mod">
          <ac:chgData name="Edson Frainlar" userId="6d024516-93e5-4161-8b28-a9c3ff635c54" providerId="ADAL" clId="{DF353FD2-6154-4E3E-A57B-5488950BD123}" dt="2026-01-05T22:50:58.011" v="2915" actId="1076"/>
          <ac:spMkLst>
            <pc:docMk/>
            <pc:sldMk cId="1498878333" sldId="256"/>
            <ac:spMk id="68" creationId="{5176358D-58C8-2A5B-323A-792CDD139C39}"/>
          </ac:spMkLst>
        </pc:spChg>
        <pc:spChg chg="add mod">
          <ac:chgData name="Edson Frainlar" userId="6d024516-93e5-4161-8b28-a9c3ff635c54" providerId="ADAL" clId="{DF353FD2-6154-4E3E-A57B-5488950BD123}" dt="2026-01-05T22:50:58.011" v="2915" actId="1076"/>
          <ac:spMkLst>
            <pc:docMk/>
            <pc:sldMk cId="1498878333" sldId="256"/>
            <ac:spMk id="69" creationId="{446CFB0A-D351-0C7C-ACD1-90F7C90708FB}"/>
          </ac:spMkLst>
        </pc:spChg>
        <pc:spChg chg="add mod">
          <ac:chgData name="Edson Frainlar" userId="6d024516-93e5-4161-8b28-a9c3ff635c54" providerId="ADAL" clId="{DF353FD2-6154-4E3E-A57B-5488950BD123}" dt="2026-01-05T22:50:58.011" v="2915" actId="1076"/>
          <ac:spMkLst>
            <pc:docMk/>
            <pc:sldMk cId="1498878333" sldId="256"/>
            <ac:spMk id="70" creationId="{B4DB6A64-36CB-6A60-45BD-5EC60D0BA777}"/>
          </ac:spMkLst>
        </pc:spChg>
        <pc:spChg chg="add mod">
          <ac:chgData name="Edson Frainlar" userId="6d024516-93e5-4161-8b28-a9c3ff635c54" providerId="ADAL" clId="{DF353FD2-6154-4E3E-A57B-5488950BD123}" dt="2026-01-19T13:42:46.303" v="3312" actId="207"/>
          <ac:spMkLst>
            <pc:docMk/>
            <pc:sldMk cId="1498878333" sldId="256"/>
            <ac:spMk id="71" creationId="{6B716729-84A5-E286-5732-244AE107341A}"/>
          </ac:spMkLst>
        </pc:spChg>
        <pc:spChg chg="add mod">
          <ac:chgData name="Edson Frainlar" userId="6d024516-93e5-4161-8b28-a9c3ff635c54" providerId="ADAL" clId="{DF353FD2-6154-4E3E-A57B-5488950BD123}" dt="2026-01-19T13:41:34.832" v="3297" actId="207"/>
          <ac:spMkLst>
            <pc:docMk/>
            <pc:sldMk cId="1498878333" sldId="256"/>
            <ac:spMk id="72" creationId="{09CD0DA3-2929-E7C4-0E8B-9161D5AB01DB}"/>
          </ac:spMkLst>
        </pc:spChg>
        <pc:spChg chg="add mod">
          <ac:chgData name="Edson Frainlar" userId="6d024516-93e5-4161-8b28-a9c3ff635c54" providerId="ADAL" clId="{DF353FD2-6154-4E3E-A57B-5488950BD123}" dt="2026-01-05T22:45:51.110" v="2800" actId="1036"/>
          <ac:spMkLst>
            <pc:docMk/>
            <pc:sldMk cId="1498878333" sldId="256"/>
            <ac:spMk id="73" creationId="{BCCD97F2-9908-1F8C-89AD-CC94B95AB044}"/>
          </ac:spMkLst>
        </pc:spChg>
        <pc:spChg chg="add mod">
          <ac:chgData name="Edson Frainlar" userId="6d024516-93e5-4161-8b28-a9c3ff635c54" providerId="ADAL" clId="{DF353FD2-6154-4E3E-A57B-5488950BD123}" dt="2026-01-05T22:15:32.203" v="2208" actId="14100"/>
          <ac:spMkLst>
            <pc:docMk/>
            <pc:sldMk cId="1498878333" sldId="256"/>
            <ac:spMk id="74" creationId="{B551B98F-DA0C-4A9D-F30A-B94FCCF6A7EA}"/>
          </ac:spMkLst>
        </pc:spChg>
        <pc:spChg chg="add mod">
          <ac:chgData name="Edson Frainlar" userId="6d024516-93e5-4161-8b28-a9c3ff635c54" providerId="ADAL" clId="{DF353FD2-6154-4E3E-A57B-5488950BD123}" dt="2026-01-19T13:46:13.427" v="3358" actId="207"/>
          <ac:spMkLst>
            <pc:docMk/>
            <pc:sldMk cId="1498878333" sldId="256"/>
            <ac:spMk id="75" creationId="{37FC4364-9B0D-4738-6109-FFF0D31B0EEB}"/>
          </ac:spMkLst>
        </pc:spChg>
        <pc:spChg chg="add mod">
          <ac:chgData name="Edson Frainlar" userId="6d024516-93e5-4161-8b28-a9c3ff635c54" providerId="ADAL" clId="{DF353FD2-6154-4E3E-A57B-5488950BD123}" dt="2026-01-05T23:07:50.743" v="3208" actId="1076"/>
          <ac:spMkLst>
            <pc:docMk/>
            <pc:sldMk cId="1498878333" sldId="256"/>
            <ac:spMk id="76" creationId="{3A043958-F862-9404-0BCA-731EE52DA745}"/>
          </ac:spMkLst>
        </pc:spChg>
        <pc:spChg chg="add mod">
          <ac:chgData name="Edson Frainlar" userId="6d024516-93e5-4161-8b28-a9c3ff635c54" providerId="ADAL" clId="{DF353FD2-6154-4E3E-A57B-5488950BD123}" dt="2026-01-05T22:14:12.663" v="2202" actId="14100"/>
          <ac:spMkLst>
            <pc:docMk/>
            <pc:sldMk cId="1498878333" sldId="256"/>
            <ac:spMk id="78" creationId="{BE9FC0D9-2D2F-7BC4-7964-D301090AC1B9}"/>
          </ac:spMkLst>
        </pc:spChg>
        <pc:spChg chg="add mod">
          <ac:chgData name="Edson Frainlar" userId="6d024516-93e5-4161-8b28-a9c3ff635c54" providerId="ADAL" clId="{DF353FD2-6154-4E3E-A57B-5488950BD123}" dt="2026-01-19T13:41:52.232" v="3299" actId="207"/>
          <ac:spMkLst>
            <pc:docMk/>
            <pc:sldMk cId="1498878333" sldId="256"/>
            <ac:spMk id="79" creationId="{F208C124-8005-79C2-4CA6-775F97775B1F}"/>
          </ac:spMkLst>
        </pc:spChg>
        <pc:spChg chg="add mod">
          <ac:chgData name="Edson Frainlar" userId="6d024516-93e5-4161-8b28-a9c3ff635c54" providerId="ADAL" clId="{DF353FD2-6154-4E3E-A57B-5488950BD123}" dt="2026-01-19T13:42:18.549" v="3306" actId="207"/>
          <ac:spMkLst>
            <pc:docMk/>
            <pc:sldMk cId="1498878333" sldId="256"/>
            <ac:spMk id="80" creationId="{A92EEDAC-C9FC-809A-726D-5FD0879E66C3}"/>
          </ac:spMkLst>
        </pc:spChg>
        <pc:spChg chg="add mod">
          <ac:chgData name="Edson Frainlar" userId="6d024516-93e5-4161-8b28-a9c3ff635c54" providerId="ADAL" clId="{DF353FD2-6154-4E3E-A57B-5488950BD123}" dt="2026-01-19T13:45:12.518" v="3354" actId="207"/>
          <ac:spMkLst>
            <pc:docMk/>
            <pc:sldMk cId="1498878333" sldId="256"/>
            <ac:spMk id="81" creationId="{48ABE352-2CD2-BF62-0B8F-7C0213B5B35A}"/>
          </ac:spMkLst>
        </pc:spChg>
        <pc:spChg chg="add mod">
          <ac:chgData name="Edson Frainlar" userId="6d024516-93e5-4161-8b28-a9c3ff635c54" providerId="ADAL" clId="{DF353FD2-6154-4E3E-A57B-5488950BD123}" dt="2026-01-19T13:42:12.329" v="3304" actId="207"/>
          <ac:spMkLst>
            <pc:docMk/>
            <pc:sldMk cId="1498878333" sldId="256"/>
            <ac:spMk id="82" creationId="{BB7FC4F4-4D8A-85A2-A2B4-0D20B8AFF2DD}"/>
          </ac:spMkLst>
        </pc:spChg>
        <pc:spChg chg="add mod">
          <ac:chgData name="Edson Frainlar" userId="6d024516-93e5-4161-8b28-a9c3ff635c54" providerId="ADAL" clId="{DF353FD2-6154-4E3E-A57B-5488950BD123}" dt="2026-01-19T13:42:08.735" v="3303" actId="207"/>
          <ac:spMkLst>
            <pc:docMk/>
            <pc:sldMk cId="1498878333" sldId="256"/>
            <ac:spMk id="83" creationId="{97361098-A3F1-D3A1-CA1A-0ED5CD4B45F4}"/>
          </ac:spMkLst>
        </pc:spChg>
        <pc:spChg chg="add mod">
          <ac:chgData name="Edson Frainlar" userId="6d024516-93e5-4161-8b28-a9c3ff635c54" providerId="ADAL" clId="{DF353FD2-6154-4E3E-A57B-5488950BD123}" dt="2026-01-19T13:42:02.973" v="3302" actId="207"/>
          <ac:spMkLst>
            <pc:docMk/>
            <pc:sldMk cId="1498878333" sldId="256"/>
            <ac:spMk id="84" creationId="{63BB0BF8-DA22-9B99-CDE2-4A591DFCF68F}"/>
          </ac:spMkLst>
        </pc:spChg>
        <pc:spChg chg="add mod">
          <ac:chgData name="Edson Frainlar" userId="6d024516-93e5-4161-8b28-a9c3ff635c54" providerId="ADAL" clId="{DF353FD2-6154-4E3E-A57B-5488950BD123}" dt="2026-01-19T13:43:22.596" v="3321" actId="207"/>
          <ac:spMkLst>
            <pc:docMk/>
            <pc:sldMk cId="1498878333" sldId="256"/>
            <ac:spMk id="85" creationId="{149ADD2D-1120-871B-9FCB-30B91EB669F8}"/>
          </ac:spMkLst>
        </pc:spChg>
        <pc:spChg chg="add mod">
          <ac:chgData name="Edson Frainlar" userId="6d024516-93e5-4161-8b28-a9c3ff635c54" providerId="ADAL" clId="{DF353FD2-6154-4E3E-A57B-5488950BD123}" dt="2026-01-19T13:43:25.275" v="3322" actId="207"/>
          <ac:spMkLst>
            <pc:docMk/>
            <pc:sldMk cId="1498878333" sldId="256"/>
            <ac:spMk id="86" creationId="{0A53E5C0-CD6A-A8E6-D70E-73C4AD783650}"/>
          </ac:spMkLst>
        </pc:spChg>
        <pc:spChg chg="add mod">
          <ac:chgData name="Edson Frainlar" userId="6d024516-93e5-4161-8b28-a9c3ff635c54" providerId="ADAL" clId="{DF353FD2-6154-4E3E-A57B-5488950BD123}" dt="2026-01-19T13:45:03.520" v="3353" actId="207"/>
          <ac:spMkLst>
            <pc:docMk/>
            <pc:sldMk cId="1498878333" sldId="256"/>
            <ac:spMk id="87" creationId="{193F84E6-0B3B-5C4C-EA07-041168BC970B}"/>
          </ac:spMkLst>
        </pc:spChg>
        <pc:spChg chg="add mod">
          <ac:chgData name="Edson Frainlar" userId="6d024516-93e5-4161-8b28-a9c3ff635c54" providerId="ADAL" clId="{DF353FD2-6154-4E3E-A57B-5488950BD123}" dt="2026-01-19T13:41:58.273" v="3301" actId="207"/>
          <ac:spMkLst>
            <pc:docMk/>
            <pc:sldMk cId="1498878333" sldId="256"/>
            <ac:spMk id="88" creationId="{8A636C72-7CC9-4B2A-F2DF-409BA7920FAC}"/>
          </ac:spMkLst>
        </pc:spChg>
        <pc:spChg chg="add mod">
          <ac:chgData name="Edson Frainlar" userId="6d024516-93e5-4161-8b28-a9c3ff635c54" providerId="ADAL" clId="{DF353FD2-6154-4E3E-A57B-5488950BD123}" dt="2026-01-05T23:06:50.091" v="3207" actId="14100"/>
          <ac:spMkLst>
            <pc:docMk/>
            <pc:sldMk cId="1498878333" sldId="256"/>
            <ac:spMk id="90" creationId="{E3F594ED-C051-F30F-D502-8CBC921ECE17}"/>
          </ac:spMkLst>
        </pc:spChg>
        <pc:spChg chg="add mod">
          <ac:chgData name="Edson Frainlar" userId="6d024516-93e5-4161-8b28-a9c3ff635c54" providerId="ADAL" clId="{DF353FD2-6154-4E3E-A57B-5488950BD123}" dt="2026-01-05T23:06:46.341" v="3206" actId="1036"/>
          <ac:spMkLst>
            <pc:docMk/>
            <pc:sldMk cId="1498878333" sldId="256"/>
            <ac:spMk id="91" creationId="{AAEEB04C-8A1E-1F79-BAFA-C6276873776B}"/>
          </ac:spMkLst>
        </pc:spChg>
        <pc:spChg chg="add mod">
          <ac:chgData name="Edson Frainlar" userId="6d024516-93e5-4161-8b28-a9c3ff635c54" providerId="ADAL" clId="{DF353FD2-6154-4E3E-A57B-5488950BD123}" dt="2026-01-06T09:18:07.304" v="3284" actId="14100"/>
          <ac:spMkLst>
            <pc:docMk/>
            <pc:sldMk cId="1498878333" sldId="256"/>
            <ac:spMk id="92" creationId="{D995FE2C-A67A-20B3-9018-88CCD4DE7FF3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93" creationId="{CF9F62BE-71ED-93BD-8CA9-4078F241BDC2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94" creationId="{D6275171-C57D-2C4B-A8B2-0D879CCB2EC2}"/>
          </ac:spMkLst>
        </pc:spChg>
        <pc:spChg chg="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95" creationId="{E388D7E7-DBE1-5FBC-C737-20F9A127B139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96" creationId="{E8C2BE52-2FDA-5D28-C773-1269D5723774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97" creationId="{363FC7D0-BBB5-51B4-36E1-34516FFAB8D5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98" creationId="{11A7D5B6-C7B9-5F41-DFC2-BF3DD6644056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99" creationId="{19557EDB-CE7C-E314-B37F-0F2CB1E29403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100" creationId="{89F6B219-3C0E-50C9-AA9B-8FA24CE0F242}"/>
          </ac:spMkLst>
        </pc:spChg>
        <pc:spChg chg="add mod">
          <ac:chgData name="Edson Frainlar" userId="6d024516-93e5-4161-8b28-a9c3ff635c54" providerId="ADAL" clId="{DF353FD2-6154-4E3E-A57B-5488950BD123}" dt="2026-01-19T13:42:51.802" v="3313" actId="207"/>
          <ac:spMkLst>
            <pc:docMk/>
            <pc:sldMk cId="1498878333" sldId="256"/>
            <ac:spMk id="101" creationId="{CC58D077-BF69-D3BC-D777-87271F2B636D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102" creationId="{88B6C17F-EAC2-6775-4203-1A01D8D75B1A}"/>
          </ac:spMkLst>
        </pc:spChg>
        <pc:spChg chg="add mod">
          <ac:chgData name="Edson Frainlar" userId="6d024516-93e5-4161-8b28-a9c3ff635c54" providerId="ADAL" clId="{DF353FD2-6154-4E3E-A57B-5488950BD123}" dt="2026-01-06T09:18:19.022" v="3285" actId="14100"/>
          <ac:spMkLst>
            <pc:docMk/>
            <pc:sldMk cId="1498878333" sldId="256"/>
            <ac:spMk id="103" creationId="{C4906272-56F1-D016-BA22-5F26E1CA64D3}"/>
          </ac:spMkLst>
        </pc:spChg>
        <pc:spChg chg="add mod">
          <ac:chgData name="Edson Frainlar" userId="6d024516-93e5-4161-8b28-a9c3ff635c54" providerId="ADAL" clId="{DF353FD2-6154-4E3E-A57B-5488950BD123}" dt="2026-01-05T23:08:38.489" v="3246" actId="207"/>
          <ac:spMkLst>
            <pc:docMk/>
            <pc:sldMk cId="1498878333" sldId="256"/>
            <ac:spMk id="104" creationId="{539B66CF-7076-4CF7-C593-176721051C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4B5E1-509F-42BC-851E-746F37B4DDAD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B568B-E065-4915-8711-BF9E0D972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42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B568B-E065-4915-8711-BF9E0D97285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94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D655-FDDD-7B88-3CA8-894F9B227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A35C0-024E-80E8-9BFE-FC79963AC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F55E8-CDBC-F627-7B32-36275541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39E7-07F8-018D-0668-13DF35D1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2ADCF-3CF0-9FFB-431E-9DE0A770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019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E0CC-6F20-4502-3AE7-8A9324F1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03E28-86EA-09C6-D280-08FE24641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016AD-72C8-C0BC-EDA7-A6B582FA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87F27-3CC4-BDA3-809D-F7EC2474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286F-A2F6-CED4-002B-C9919227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5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1510-9351-6BBE-D184-45F87E50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9CDFE-A362-EF96-A4CA-FCEB8AF89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404C5-2EE8-95E8-C618-843DDF2C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005D5-4384-36ED-1506-FD590FA2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208CE-5C82-34A4-3676-76FD0B0C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49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9FDE-2F5F-4ECC-0133-B91E7B51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08569-5C8D-B307-0AE5-8819128A6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A58F4-201B-4995-5509-6CB50A874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285A6-7E4B-B91A-9112-7B07BD1D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9271E-C0CC-E3B1-1827-602FAB4C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26349-DDDF-9EED-DB5B-E786421F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963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68B0-738A-29F8-CC10-B49360D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BA1C7-BF99-4AE2-623D-190399967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9F9C7-C6DB-E69D-CDF9-087BB7D9D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F18E6-F7FE-132F-5778-9FB927485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3D232D-964C-E1AA-8CC3-F7D647032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4C7BF-068B-2764-205C-5D6981CF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4D1FF-B52C-DA8B-69FE-62B166AD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4EE37-F1B4-5B46-F98F-E67F24A0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67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B7E9-C1C8-AAB7-D81A-4AF4FD92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D2A7A-396D-D8A3-E3B2-C7EFA03C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454F4-2E78-5BC1-38C7-CB7CFF8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5B679-AD3E-ABF8-8824-C3AFF1C7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972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82A35-2F8B-366D-9F4C-74A624A3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99390-22A6-0F58-5835-7AA2FF27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91373-BC0D-563B-F24F-5B63147B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24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8D94-EFD3-0C5B-F8C6-839E9385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BB64-E7AE-88E4-6BA0-812BF9026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27402-95F4-6CC1-6604-4A532B170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5EE28-4A8F-47FF-1D1B-CEA030C2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EC551-041F-22CC-99AA-7DE752A5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D7C2D-D4B4-3A10-A896-C48FAD19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7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5408-A2D1-874A-EC59-7F043556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83538-5CE8-B8A7-BA4B-6DD0AB802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DD58D-862B-22C8-0703-CF32639B3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5FBE1-920F-2FA0-71F7-3165B34A2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6E69E-3BB1-6534-6194-0AA51049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8D15A-F8CE-9376-D38D-DEA67A01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12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A7F4-C7CC-4134-C645-A6A0BB02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8466C-EFB9-D27C-D0B8-9ADF15DD4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FDE1-3A09-CA14-E8C7-6F06294C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8C7BF-9D54-380C-7D6F-6E139A2E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53DD3-CC00-39C3-39F5-65D07D84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576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A5BD4-2D67-31B8-F7E2-4DC8913E5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86A75-6C78-C039-DCD9-6B5A40198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2BF1-CF38-1FBD-47A6-3EECC481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502EC-D30F-C7B3-B354-68226BC0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566C-6C79-D6D2-4A67-514DFAAE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2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7E3AC-E2B5-CFF0-E167-29F8D3B6B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E06B9-E492-C0B3-6764-BB43D798A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D3F91-C248-A40D-5BBC-229D05F85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AF06D-4BFF-4015-B991-66966F59F34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D1E9-689D-9330-5C78-8CC4AA387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A649E-D428-0A81-19E2-EDAEA3828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B90FE-25AD-4FFC-A4DA-A0CBEC20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51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AA7D24-40BB-B99E-83ED-9162ADAC5D62}"/>
              </a:ext>
            </a:extLst>
          </p:cNvPr>
          <p:cNvSpPr/>
          <p:nvPr/>
        </p:nvSpPr>
        <p:spPr>
          <a:xfrm>
            <a:off x="250372" y="5600664"/>
            <a:ext cx="11451772" cy="952536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D49BD-54B0-4138-FC2F-0F7A55CE3F07}"/>
              </a:ext>
            </a:extLst>
          </p:cNvPr>
          <p:cNvSpPr txBox="1"/>
          <p:nvPr/>
        </p:nvSpPr>
        <p:spPr>
          <a:xfrm>
            <a:off x="4038601" y="5632770"/>
            <a:ext cx="4093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INFRASTRUCTURE &amp; DEVSECOPS RUNTIME</a:t>
            </a:r>
            <a:endParaRPr lang="en-IN" sz="1000" b="1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31B61C-8180-93AD-20AE-C6750F31C3B0}"/>
              </a:ext>
            </a:extLst>
          </p:cNvPr>
          <p:cNvSpPr/>
          <p:nvPr/>
        </p:nvSpPr>
        <p:spPr>
          <a:xfrm>
            <a:off x="413659" y="5975085"/>
            <a:ext cx="1066799" cy="4052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NX Generators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E49ED-DA9F-EF53-0BB2-0544E99EFC6B}"/>
              </a:ext>
            </a:extLst>
          </p:cNvPr>
          <p:cNvSpPr/>
          <p:nvPr/>
        </p:nvSpPr>
        <p:spPr>
          <a:xfrm>
            <a:off x="1605643" y="5975086"/>
            <a:ext cx="868132" cy="4142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CI 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Tekton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12337-3976-CA8D-9076-BDB2DFB11143}"/>
              </a:ext>
            </a:extLst>
          </p:cNvPr>
          <p:cNvSpPr/>
          <p:nvPr/>
        </p:nvSpPr>
        <p:spPr>
          <a:xfrm>
            <a:off x="2604414" y="5975085"/>
            <a:ext cx="868132" cy="4257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CD 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ArgoCD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4FE72-BE3D-8471-E391-EE51101CF4B5}"/>
              </a:ext>
            </a:extLst>
          </p:cNvPr>
          <p:cNvSpPr/>
          <p:nvPr/>
        </p:nvSpPr>
        <p:spPr>
          <a:xfrm>
            <a:off x="3619508" y="5963614"/>
            <a:ext cx="1153885" cy="4480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Kubernetes 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(EKS)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9E7349-67C8-8C42-8CBA-B89010053839}"/>
              </a:ext>
            </a:extLst>
          </p:cNvPr>
          <p:cNvSpPr/>
          <p:nvPr/>
        </p:nvSpPr>
        <p:spPr>
          <a:xfrm>
            <a:off x="4893136" y="5969056"/>
            <a:ext cx="1153885" cy="4426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Observability 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OTel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 + LGTM)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6889F3-F686-DD5A-C870-F908D1CDEF28}"/>
              </a:ext>
            </a:extLst>
          </p:cNvPr>
          <p:cNvSpPr/>
          <p:nvPr/>
        </p:nvSpPr>
        <p:spPr>
          <a:xfrm>
            <a:off x="6181729" y="5974792"/>
            <a:ext cx="1318526" cy="4426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Security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(Secrets, Policies,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 Runtime)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B518C6-297C-D0B6-0144-0FF1578F5D21}"/>
              </a:ext>
            </a:extLst>
          </p:cNvPr>
          <p:cNvSpPr/>
          <p:nvPr/>
        </p:nvSpPr>
        <p:spPr>
          <a:xfrm>
            <a:off x="7565568" y="5964843"/>
            <a:ext cx="1318526" cy="4426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Infrastructure as Code (Terraform)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1FD072-78CA-837D-5769-99AAA7553B8B}"/>
              </a:ext>
            </a:extLst>
          </p:cNvPr>
          <p:cNvSpPr/>
          <p:nvPr/>
        </p:nvSpPr>
        <p:spPr>
          <a:xfrm>
            <a:off x="250372" y="1579152"/>
            <a:ext cx="11451772" cy="3862952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C331AD-D3E9-0C22-71A3-2EF9B7D1ADC3}"/>
              </a:ext>
            </a:extLst>
          </p:cNvPr>
          <p:cNvSpPr txBox="1"/>
          <p:nvPr/>
        </p:nvSpPr>
        <p:spPr>
          <a:xfrm>
            <a:off x="4038601" y="1590078"/>
            <a:ext cx="4093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CORE PLATFORM ENGINES</a:t>
            </a:r>
            <a:endParaRPr lang="en-IN" sz="1000" b="1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921AD6-9C74-9B76-0477-A984BD402978}"/>
              </a:ext>
            </a:extLst>
          </p:cNvPr>
          <p:cNvSpPr/>
          <p:nvPr/>
        </p:nvSpPr>
        <p:spPr>
          <a:xfrm>
            <a:off x="413659" y="1834239"/>
            <a:ext cx="1153885" cy="425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AuthN Engine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Supertokens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38A421-5D4A-8EC9-265C-B54DC4F9EABF}"/>
              </a:ext>
            </a:extLst>
          </p:cNvPr>
          <p:cNvSpPr/>
          <p:nvPr/>
        </p:nvSpPr>
        <p:spPr>
          <a:xfrm>
            <a:off x="1730831" y="1845125"/>
            <a:ext cx="1153885" cy="425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latin typeface="Manrope" pitchFamily="2" charset="0"/>
                <a:ea typeface="Geist" pitchFamily="2" charset="0"/>
                <a:cs typeface="Geist" pitchFamily="2" charset="0"/>
              </a:rPr>
              <a:t>AuthZ</a:t>
            </a:r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 Engine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SpiceDB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D1EEDC-E4B3-26D5-2569-A33249C04C6B}"/>
              </a:ext>
            </a:extLst>
          </p:cNvPr>
          <p:cNvSpPr/>
          <p:nvPr/>
        </p:nvSpPr>
        <p:spPr>
          <a:xfrm>
            <a:off x="3048003" y="1845123"/>
            <a:ext cx="1926771" cy="21281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43939D-9D6A-B97B-43FE-2BD3B0F181D2}"/>
              </a:ext>
            </a:extLst>
          </p:cNvPr>
          <p:cNvSpPr txBox="1"/>
          <p:nvPr/>
        </p:nvSpPr>
        <p:spPr>
          <a:xfrm>
            <a:off x="3058883" y="1877830"/>
            <a:ext cx="1752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</a:rPr>
              <a:t>Entity Engine</a:t>
            </a:r>
            <a:endParaRPr lang="en-IN" sz="1000" b="1" dirty="0">
              <a:latin typeface="Manrope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C653AE-40CE-8073-D3BD-645722B1A9EC}"/>
              </a:ext>
            </a:extLst>
          </p:cNvPr>
          <p:cNvSpPr/>
          <p:nvPr/>
        </p:nvSpPr>
        <p:spPr>
          <a:xfrm>
            <a:off x="3211291" y="2172051"/>
            <a:ext cx="1621978" cy="25600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Composite Entity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6CD2CB-3403-821D-50A3-0186B0B46723}"/>
              </a:ext>
            </a:extLst>
          </p:cNvPr>
          <p:cNvSpPr/>
          <p:nvPr/>
        </p:nvSpPr>
        <p:spPr>
          <a:xfrm>
            <a:off x="3222173" y="2536490"/>
            <a:ext cx="1611095" cy="24868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Views (List, Gantt etc.,)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F50C54-890A-E592-1685-F42B99BDD9F7}"/>
              </a:ext>
            </a:extLst>
          </p:cNvPr>
          <p:cNvSpPr/>
          <p:nvPr/>
        </p:nvSpPr>
        <p:spPr>
          <a:xfrm>
            <a:off x="3222173" y="3238390"/>
            <a:ext cx="1611095" cy="24657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State Machine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797AEA-A97A-7343-4934-A51B09C1F2AF}"/>
              </a:ext>
            </a:extLst>
          </p:cNvPr>
          <p:cNvSpPr/>
          <p:nvPr/>
        </p:nvSpPr>
        <p:spPr>
          <a:xfrm>
            <a:off x="3222173" y="3591945"/>
            <a:ext cx="1611095" cy="246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Business Rules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43110E-B406-FDDB-29CD-3DD9A31673F5}"/>
              </a:ext>
            </a:extLst>
          </p:cNvPr>
          <p:cNvSpPr/>
          <p:nvPr/>
        </p:nvSpPr>
        <p:spPr>
          <a:xfrm>
            <a:off x="413659" y="2384084"/>
            <a:ext cx="2471057" cy="1589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3382D6-9AC2-B082-A961-D2051EAAAD3A}"/>
              </a:ext>
            </a:extLst>
          </p:cNvPr>
          <p:cNvSpPr txBox="1"/>
          <p:nvPr/>
        </p:nvSpPr>
        <p:spPr>
          <a:xfrm>
            <a:off x="729342" y="2422068"/>
            <a:ext cx="1752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</a:rPr>
              <a:t>Workflow Engine</a:t>
            </a:r>
            <a:endParaRPr lang="en-IN" sz="1000" b="1" dirty="0">
              <a:latin typeface="Manrope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513292-16E6-DCEA-7890-30853157A583}"/>
              </a:ext>
            </a:extLst>
          </p:cNvPr>
          <p:cNvSpPr/>
          <p:nvPr/>
        </p:nvSpPr>
        <p:spPr>
          <a:xfrm>
            <a:off x="533395" y="2737636"/>
            <a:ext cx="1034149" cy="59917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Durable Executions - Temporal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E89B39-0E90-2FA5-72C6-861DA10197BB}"/>
              </a:ext>
            </a:extLst>
          </p:cNvPr>
          <p:cNvSpPr/>
          <p:nvPr/>
        </p:nvSpPr>
        <p:spPr>
          <a:xfrm>
            <a:off x="1687280" y="2737635"/>
            <a:ext cx="1034158" cy="59917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Automation 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Simstudio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9C6C12-9CAC-D7BA-DFCC-B233DC53D933}"/>
              </a:ext>
            </a:extLst>
          </p:cNvPr>
          <p:cNvSpPr/>
          <p:nvPr/>
        </p:nvSpPr>
        <p:spPr>
          <a:xfrm>
            <a:off x="5148945" y="1834235"/>
            <a:ext cx="2188026" cy="21390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73071B-CD26-6999-F8CD-13E4E779D763}"/>
              </a:ext>
            </a:extLst>
          </p:cNvPr>
          <p:cNvSpPr txBox="1"/>
          <p:nvPr/>
        </p:nvSpPr>
        <p:spPr>
          <a:xfrm>
            <a:off x="5355767" y="1872220"/>
            <a:ext cx="1752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</a:rPr>
              <a:t>Time Machine</a:t>
            </a:r>
            <a:endParaRPr lang="en-IN" sz="1000" b="1" dirty="0">
              <a:latin typeface="Manrope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6CC218-BA16-E3FA-8A97-C64893D61101}"/>
              </a:ext>
            </a:extLst>
          </p:cNvPr>
          <p:cNvSpPr/>
          <p:nvPr/>
        </p:nvSpPr>
        <p:spPr>
          <a:xfrm>
            <a:off x="5312230" y="2111586"/>
            <a:ext cx="1904998" cy="26430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Logging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AFBB8D-AE38-5009-B761-1DD13A885E09}"/>
              </a:ext>
            </a:extLst>
          </p:cNvPr>
          <p:cNvSpPr/>
          <p:nvPr/>
        </p:nvSpPr>
        <p:spPr>
          <a:xfrm>
            <a:off x="5312229" y="2843658"/>
            <a:ext cx="1904998" cy="107064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 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AFC3E0-3B6F-1AF9-1336-50367D2FBA72}"/>
              </a:ext>
            </a:extLst>
          </p:cNvPr>
          <p:cNvSpPr/>
          <p:nvPr/>
        </p:nvSpPr>
        <p:spPr>
          <a:xfrm>
            <a:off x="413659" y="4762349"/>
            <a:ext cx="1807028" cy="51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Search &amp; Indexing Engine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(OpenSearch + 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Solr</a:t>
            </a:r>
            <a:r>
              <a:rPr lang="en-IN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  <a:endParaRPr lang="en-US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10AB9FE-90DC-76B7-6986-5434FEACD429}"/>
              </a:ext>
            </a:extLst>
          </p:cNvPr>
          <p:cNvSpPr/>
          <p:nvPr/>
        </p:nvSpPr>
        <p:spPr>
          <a:xfrm>
            <a:off x="2383974" y="4771140"/>
            <a:ext cx="1551209" cy="507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C89739-C06A-7BC2-154A-229217E873BC}"/>
              </a:ext>
            </a:extLst>
          </p:cNvPr>
          <p:cNvSpPr txBox="1"/>
          <p:nvPr/>
        </p:nvSpPr>
        <p:spPr>
          <a:xfrm>
            <a:off x="2411173" y="4746950"/>
            <a:ext cx="1524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</a:rPr>
              <a:t>Event Bus</a:t>
            </a:r>
            <a:endParaRPr lang="en-IN" sz="1000" b="1" dirty="0">
              <a:latin typeface="Manrope" pitchFamily="2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7CAE70-65FC-326B-3730-9502B3512399}"/>
              </a:ext>
            </a:extLst>
          </p:cNvPr>
          <p:cNvSpPr/>
          <p:nvPr/>
        </p:nvSpPr>
        <p:spPr>
          <a:xfrm>
            <a:off x="2473774" y="4957915"/>
            <a:ext cx="642268" cy="25748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Kafka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A268CEE-3AC5-9877-B07F-A71D10CE3A7F}"/>
              </a:ext>
            </a:extLst>
          </p:cNvPr>
          <p:cNvSpPr/>
          <p:nvPr/>
        </p:nvSpPr>
        <p:spPr>
          <a:xfrm>
            <a:off x="3205842" y="4952420"/>
            <a:ext cx="617767" cy="27227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NATS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C9FBB3-1C29-A720-2725-399333E37FF6}"/>
              </a:ext>
            </a:extLst>
          </p:cNvPr>
          <p:cNvSpPr/>
          <p:nvPr/>
        </p:nvSpPr>
        <p:spPr>
          <a:xfrm>
            <a:off x="7500255" y="1829562"/>
            <a:ext cx="2383969" cy="21390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9FF0BD-3AE7-F64E-1E03-8CFBB8B983EF}"/>
              </a:ext>
            </a:extLst>
          </p:cNvPr>
          <p:cNvSpPr txBox="1"/>
          <p:nvPr/>
        </p:nvSpPr>
        <p:spPr>
          <a:xfrm>
            <a:off x="7826824" y="1862222"/>
            <a:ext cx="1752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</a:rPr>
              <a:t>OLAP Engine</a:t>
            </a:r>
            <a:endParaRPr lang="en-IN" sz="1000" b="1" dirty="0">
              <a:latin typeface="Manrope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3683A7-9103-3CCF-1727-E7098BFD0F24}"/>
              </a:ext>
            </a:extLst>
          </p:cNvPr>
          <p:cNvSpPr/>
          <p:nvPr/>
        </p:nvSpPr>
        <p:spPr>
          <a:xfrm>
            <a:off x="7663542" y="2156490"/>
            <a:ext cx="2057397" cy="26161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Data Visualization - Superset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E36506-A033-1636-12AB-EE2381D3E6E9}"/>
              </a:ext>
            </a:extLst>
          </p:cNvPr>
          <p:cNvSpPr/>
          <p:nvPr/>
        </p:nvSpPr>
        <p:spPr>
          <a:xfrm>
            <a:off x="7674425" y="2531814"/>
            <a:ext cx="2057397" cy="26161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Analytical DB - 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Clickhouse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CAAC67-00F8-767B-ED2D-73E8227F366B}"/>
              </a:ext>
            </a:extLst>
          </p:cNvPr>
          <p:cNvSpPr/>
          <p:nvPr/>
        </p:nvSpPr>
        <p:spPr>
          <a:xfrm>
            <a:off x="7674425" y="2907138"/>
            <a:ext cx="2057397" cy="26161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ETL - Apache Flink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B63ACFB-0B84-C6FB-F4A7-DDC45CEBA7D8}"/>
              </a:ext>
            </a:extLst>
          </p:cNvPr>
          <p:cNvSpPr/>
          <p:nvPr/>
        </p:nvSpPr>
        <p:spPr>
          <a:xfrm>
            <a:off x="7663540" y="3609448"/>
            <a:ext cx="2057397" cy="26161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CDC - Mongo Change Streams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41BF11-AE29-A8AB-B461-371638DFD30A}"/>
              </a:ext>
            </a:extLst>
          </p:cNvPr>
          <p:cNvSpPr/>
          <p:nvPr/>
        </p:nvSpPr>
        <p:spPr>
          <a:xfrm>
            <a:off x="4098471" y="4758853"/>
            <a:ext cx="1300838" cy="5200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Transactional Database 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(Mongo Cluster)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96E778-4D94-5C47-3288-48EFD1E091AB}"/>
              </a:ext>
            </a:extLst>
          </p:cNvPr>
          <p:cNvSpPr txBox="1"/>
          <p:nvPr/>
        </p:nvSpPr>
        <p:spPr>
          <a:xfrm>
            <a:off x="5410203" y="2851562"/>
            <a:ext cx="1752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</a:rPr>
              <a:t>Time Series DB</a:t>
            </a:r>
            <a:endParaRPr lang="en-IN" sz="1000" b="1" dirty="0">
              <a:latin typeface="Manrope" pitchFamily="2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ECD0BEF-2F7C-FDA3-711B-BB64894C25E4}"/>
              </a:ext>
            </a:extLst>
          </p:cNvPr>
          <p:cNvSpPr/>
          <p:nvPr/>
        </p:nvSpPr>
        <p:spPr>
          <a:xfrm>
            <a:off x="5410202" y="3129956"/>
            <a:ext cx="1687293" cy="3180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Clickhouse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 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(Logs, Events)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D27B6F-FF8C-F0DD-7652-173A76CDDE9B}"/>
              </a:ext>
            </a:extLst>
          </p:cNvPr>
          <p:cNvSpPr/>
          <p:nvPr/>
        </p:nvSpPr>
        <p:spPr>
          <a:xfrm>
            <a:off x="5410204" y="3538077"/>
            <a:ext cx="1687292" cy="289139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VictoriaMetrics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 (Metrics)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98534B4-1B36-FD08-3CF2-573240DADDE9}"/>
              </a:ext>
            </a:extLst>
          </p:cNvPr>
          <p:cNvSpPr/>
          <p:nvPr/>
        </p:nvSpPr>
        <p:spPr>
          <a:xfrm>
            <a:off x="533395" y="3440469"/>
            <a:ext cx="2188043" cy="38674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SMS, Email, In-App Notifications 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Novu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AB61BF4-1FC9-FA03-6CA8-8C5F512D5948}"/>
              </a:ext>
            </a:extLst>
          </p:cNvPr>
          <p:cNvSpPr/>
          <p:nvPr/>
        </p:nvSpPr>
        <p:spPr>
          <a:xfrm>
            <a:off x="3233061" y="2881270"/>
            <a:ext cx="1600207" cy="24868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Manrope" pitchFamily="2" charset="0"/>
                <a:ea typeface="Geist" pitchFamily="2" charset="0"/>
                <a:cs typeface="Geist" pitchFamily="2" charset="0"/>
              </a:rPr>
              <a:t>Metadata &amp; Schema</a:t>
            </a:r>
            <a:endParaRPr lang="en-IN" sz="9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80FBDD6-173A-EC61-B67A-2E8B5EDE4BBC}"/>
              </a:ext>
            </a:extLst>
          </p:cNvPr>
          <p:cNvSpPr/>
          <p:nvPr/>
        </p:nvSpPr>
        <p:spPr>
          <a:xfrm>
            <a:off x="5312230" y="2471987"/>
            <a:ext cx="1904998" cy="28160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Audit Trails, Versioning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278156E-02B2-A9C9-D276-9E660461BCDA}"/>
              </a:ext>
            </a:extLst>
          </p:cNvPr>
          <p:cNvSpPr/>
          <p:nvPr/>
        </p:nvSpPr>
        <p:spPr>
          <a:xfrm>
            <a:off x="7674425" y="3244242"/>
            <a:ext cx="2057397" cy="26161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Batch – Apache Spark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F9382E6-6262-17F6-9FC5-A851371C8A91}"/>
              </a:ext>
            </a:extLst>
          </p:cNvPr>
          <p:cNvSpPr/>
          <p:nvPr/>
        </p:nvSpPr>
        <p:spPr>
          <a:xfrm>
            <a:off x="5535379" y="4758853"/>
            <a:ext cx="1322618" cy="5200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Config &amp; Policy Agent 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(OPA + Consul)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EBE8D31-2282-103E-2884-07705E0E2D3A}"/>
              </a:ext>
            </a:extLst>
          </p:cNvPr>
          <p:cNvSpPr/>
          <p:nvPr/>
        </p:nvSpPr>
        <p:spPr>
          <a:xfrm>
            <a:off x="6983176" y="4768197"/>
            <a:ext cx="1915886" cy="507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76358D-58C8-2A5B-323A-792CDD139C39}"/>
              </a:ext>
            </a:extLst>
          </p:cNvPr>
          <p:cNvSpPr txBox="1"/>
          <p:nvPr/>
        </p:nvSpPr>
        <p:spPr>
          <a:xfrm>
            <a:off x="7119246" y="4762036"/>
            <a:ext cx="15240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</a:rPr>
              <a:t>Admin Control Plane</a:t>
            </a:r>
            <a:endParaRPr lang="en-IN" sz="1000" b="1" dirty="0">
              <a:latin typeface="Manrope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46CFB0A-D351-0C7C-ACD1-90F7C90708FB}"/>
              </a:ext>
            </a:extLst>
          </p:cNvPr>
          <p:cNvSpPr/>
          <p:nvPr/>
        </p:nvSpPr>
        <p:spPr>
          <a:xfrm>
            <a:off x="7072967" y="4988489"/>
            <a:ext cx="816435" cy="24072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Supabase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4DB6A64-36CB-6A60-45BD-5EC60D0BA777}"/>
              </a:ext>
            </a:extLst>
          </p:cNvPr>
          <p:cNvSpPr/>
          <p:nvPr/>
        </p:nvSpPr>
        <p:spPr>
          <a:xfrm>
            <a:off x="7971056" y="4989414"/>
            <a:ext cx="819141" cy="24622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Appsmith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B716729-84A5-E286-5732-244AE107341A}"/>
              </a:ext>
            </a:extLst>
          </p:cNvPr>
          <p:cNvSpPr/>
          <p:nvPr/>
        </p:nvSpPr>
        <p:spPr>
          <a:xfrm>
            <a:off x="9013355" y="4768197"/>
            <a:ext cx="1270740" cy="51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Design System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(Storybook + NPM Packages)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9CD0DA3-2929-E7C4-0E8B-9161D5AB01DB}"/>
              </a:ext>
            </a:extLst>
          </p:cNvPr>
          <p:cNvSpPr/>
          <p:nvPr/>
        </p:nvSpPr>
        <p:spPr>
          <a:xfrm>
            <a:off x="10036638" y="1829515"/>
            <a:ext cx="1518560" cy="21281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D97F2-9908-1F8C-89AD-CC94B95AB044}"/>
              </a:ext>
            </a:extLst>
          </p:cNvPr>
          <p:cNvSpPr txBox="1"/>
          <p:nvPr/>
        </p:nvSpPr>
        <p:spPr>
          <a:xfrm>
            <a:off x="9982204" y="1854167"/>
            <a:ext cx="1752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</a:rPr>
              <a:t>Integration Engine</a:t>
            </a:r>
            <a:endParaRPr lang="en-IN" sz="1000" b="1" dirty="0">
              <a:latin typeface="Manrope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551B98F-DA0C-4A9D-F30A-B94FCCF6A7EA}"/>
              </a:ext>
            </a:extLst>
          </p:cNvPr>
          <p:cNvSpPr/>
          <p:nvPr/>
        </p:nvSpPr>
        <p:spPr>
          <a:xfrm>
            <a:off x="10199925" y="2141150"/>
            <a:ext cx="1202875" cy="313479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Connector – Apache Camel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7FC4364-9B0D-4738-6109-FFF0D31B0EEB}"/>
              </a:ext>
            </a:extLst>
          </p:cNvPr>
          <p:cNvSpPr/>
          <p:nvPr/>
        </p:nvSpPr>
        <p:spPr>
          <a:xfrm>
            <a:off x="10169982" y="2531814"/>
            <a:ext cx="1246433" cy="538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Bulk/Stream Ingestion – Apache 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NiFi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A043958-F862-9404-0BCA-731EE52DA745}"/>
              </a:ext>
            </a:extLst>
          </p:cNvPr>
          <p:cNvSpPr/>
          <p:nvPr/>
        </p:nvSpPr>
        <p:spPr>
          <a:xfrm>
            <a:off x="10172688" y="3624484"/>
            <a:ext cx="1246433" cy="25600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Secrets - 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Infisical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E9FC0D9-2D2F-7BC4-7964-D301090AC1B9}"/>
              </a:ext>
            </a:extLst>
          </p:cNvPr>
          <p:cNvSpPr/>
          <p:nvPr/>
        </p:nvSpPr>
        <p:spPr>
          <a:xfrm>
            <a:off x="10156366" y="3168749"/>
            <a:ext cx="1246434" cy="36932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Manrope" pitchFamily="2" charset="0"/>
                <a:ea typeface="Geist" pitchFamily="2" charset="0"/>
                <a:cs typeface="Geist" pitchFamily="2" charset="0"/>
              </a:rPr>
              <a:t>Schema Registry - Apicurio</a:t>
            </a:r>
            <a:endParaRPr lang="en-IN" sz="9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208C124-8005-79C2-4CA6-775F97775B1F}"/>
              </a:ext>
            </a:extLst>
          </p:cNvPr>
          <p:cNvSpPr/>
          <p:nvPr/>
        </p:nvSpPr>
        <p:spPr>
          <a:xfrm>
            <a:off x="413659" y="4101098"/>
            <a:ext cx="1807028" cy="51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Document &amp; Artifact Engine 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(AWS S3)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92EEDAC-C9FC-809A-726D-5FD0879E66C3}"/>
              </a:ext>
            </a:extLst>
          </p:cNvPr>
          <p:cNvSpPr/>
          <p:nvPr/>
        </p:nvSpPr>
        <p:spPr>
          <a:xfrm>
            <a:off x="10411955" y="4078816"/>
            <a:ext cx="1148438" cy="51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API Gateway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Kong,OpenAPI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, 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AsyncAPI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8ABE352-2CD2-BF62-0B8F-7C0213B5B35A}"/>
              </a:ext>
            </a:extLst>
          </p:cNvPr>
          <p:cNvSpPr/>
          <p:nvPr/>
        </p:nvSpPr>
        <p:spPr>
          <a:xfrm>
            <a:off x="9173758" y="4069386"/>
            <a:ext cx="1110337" cy="51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Service Mesh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(Istio)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B7FC4F4-4D8A-85A2-A2B4-0D20B8AFF2DD}"/>
              </a:ext>
            </a:extLst>
          </p:cNvPr>
          <p:cNvSpPr/>
          <p:nvPr/>
        </p:nvSpPr>
        <p:spPr>
          <a:xfrm>
            <a:off x="7864813" y="4079899"/>
            <a:ext cx="1148438" cy="51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Cache Engine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Valkey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7361098-A3F1-D3A1-CA1A-0ED5CD4B45F4}"/>
              </a:ext>
            </a:extLst>
          </p:cNvPr>
          <p:cNvSpPr/>
          <p:nvPr/>
        </p:nvSpPr>
        <p:spPr>
          <a:xfrm>
            <a:off x="6136765" y="4097811"/>
            <a:ext cx="1567541" cy="51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API &amp; Event Contract Registry 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(Apicurio)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3BB0BF8-DA22-9B99-CDE2-4A591DFCF68F}"/>
              </a:ext>
            </a:extLst>
          </p:cNvPr>
          <p:cNvSpPr/>
          <p:nvPr/>
        </p:nvSpPr>
        <p:spPr>
          <a:xfrm>
            <a:off x="4920335" y="4089257"/>
            <a:ext cx="1055923" cy="51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Feature Flag 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(Unleash)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49ADD2D-1120-871B-9FCB-30B91EB669F8}"/>
              </a:ext>
            </a:extLst>
          </p:cNvPr>
          <p:cNvSpPr/>
          <p:nvPr/>
        </p:nvSpPr>
        <p:spPr>
          <a:xfrm>
            <a:off x="8963006" y="5964843"/>
            <a:ext cx="1672335" cy="4426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Platform Reliability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OpenSLO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, Prometheus)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A53E5C0-CD6A-A8E6-D70E-73C4AD783650}"/>
              </a:ext>
            </a:extLst>
          </p:cNvPr>
          <p:cNvSpPr/>
          <p:nvPr/>
        </p:nvSpPr>
        <p:spPr>
          <a:xfrm>
            <a:off x="10714254" y="5974792"/>
            <a:ext cx="929358" cy="4426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FinOps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OpenCost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93F84E6-0B3B-5C4C-EA07-041168BC970B}"/>
              </a:ext>
            </a:extLst>
          </p:cNvPr>
          <p:cNvSpPr/>
          <p:nvPr/>
        </p:nvSpPr>
        <p:spPr>
          <a:xfrm>
            <a:off x="2356768" y="4101098"/>
            <a:ext cx="1213770" cy="51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BFF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(Apollo </a:t>
            </a:r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GraphQL</a:t>
            </a:r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A636C72-7CC9-4B2A-F2DF-409BA7920FAC}"/>
              </a:ext>
            </a:extLst>
          </p:cNvPr>
          <p:cNvSpPr/>
          <p:nvPr/>
        </p:nvSpPr>
        <p:spPr>
          <a:xfrm>
            <a:off x="3612721" y="4100580"/>
            <a:ext cx="1213770" cy="51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Usage Telemetry</a:t>
            </a:r>
          </a:p>
          <a:p>
            <a:pPr algn="ctr"/>
            <a:r>
              <a:rPr lang="en-US" sz="1000" dirty="0" err="1">
                <a:latin typeface="Manrope" pitchFamily="2" charset="0"/>
                <a:ea typeface="Geist" pitchFamily="2" charset="0"/>
                <a:cs typeface="Geist" pitchFamily="2" charset="0"/>
              </a:rPr>
              <a:t>PostHog</a:t>
            </a:r>
            <a:endParaRPr lang="en-US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3F594ED-C051-F30F-D502-8CBC921ECE17}"/>
              </a:ext>
            </a:extLst>
          </p:cNvPr>
          <p:cNvSpPr/>
          <p:nvPr/>
        </p:nvSpPr>
        <p:spPr>
          <a:xfrm>
            <a:off x="250372" y="521716"/>
            <a:ext cx="11451772" cy="915395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EEB04C-8A1E-1F79-BAFA-C6276873776B}"/>
              </a:ext>
            </a:extLst>
          </p:cNvPr>
          <p:cNvSpPr txBox="1"/>
          <p:nvPr/>
        </p:nvSpPr>
        <p:spPr>
          <a:xfrm>
            <a:off x="4038601" y="581998"/>
            <a:ext cx="4093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DOMAIN MODULES</a:t>
            </a:r>
            <a:endParaRPr lang="en-IN" sz="1000" b="1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995FE2C-A67A-20B3-9018-88CCD4DE7FF3}"/>
              </a:ext>
            </a:extLst>
          </p:cNvPr>
          <p:cNvSpPr/>
          <p:nvPr/>
        </p:nvSpPr>
        <p:spPr>
          <a:xfrm>
            <a:off x="326572" y="790086"/>
            <a:ext cx="1045022" cy="4831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Portfolio &amp; Program Management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F9F62BE-71ED-93BD-8CA9-4078F241BDC2}"/>
              </a:ext>
            </a:extLst>
          </p:cNvPr>
          <p:cNvSpPr/>
          <p:nvPr/>
        </p:nvSpPr>
        <p:spPr>
          <a:xfrm>
            <a:off x="1455963" y="828219"/>
            <a:ext cx="1045021" cy="44502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Program Management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6275171-C57D-2C4B-A8B2-0D879CCB2EC2}"/>
              </a:ext>
            </a:extLst>
          </p:cNvPr>
          <p:cNvSpPr/>
          <p:nvPr/>
        </p:nvSpPr>
        <p:spPr>
          <a:xfrm>
            <a:off x="2594873" y="827926"/>
            <a:ext cx="692628" cy="44502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Project Planning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388D7E7-DBE1-5FBC-C737-20F9A127B139}"/>
              </a:ext>
            </a:extLst>
          </p:cNvPr>
          <p:cNvSpPr/>
          <p:nvPr/>
        </p:nvSpPr>
        <p:spPr>
          <a:xfrm>
            <a:off x="3381390" y="814235"/>
            <a:ext cx="1153885" cy="48136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Scope, Requirements &amp; Backlogs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8C2BE52-2FDA-5D28-C773-1269D5723774}"/>
              </a:ext>
            </a:extLst>
          </p:cNvPr>
          <p:cNvSpPr/>
          <p:nvPr/>
        </p:nvSpPr>
        <p:spPr>
          <a:xfrm>
            <a:off x="4637312" y="820842"/>
            <a:ext cx="978311" cy="47551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Process Management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63FC7D0-BBB5-51B4-36E1-34516FFAB8D5}"/>
              </a:ext>
            </a:extLst>
          </p:cNvPr>
          <p:cNvSpPr/>
          <p:nvPr/>
        </p:nvSpPr>
        <p:spPr>
          <a:xfrm>
            <a:off x="5717690" y="826556"/>
            <a:ext cx="978311" cy="464829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Resource Management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1A7D5B6-C7B9-5F41-DFC2-BF3DD6644056}"/>
              </a:ext>
            </a:extLst>
          </p:cNvPr>
          <p:cNvSpPr/>
          <p:nvPr/>
        </p:nvSpPr>
        <p:spPr>
          <a:xfrm>
            <a:off x="6798068" y="814639"/>
            <a:ext cx="1004246" cy="47551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Risk Management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9557EDB-CE7C-E314-B37F-0F2CB1E29403}"/>
              </a:ext>
            </a:extLst>
          </p:cNvPr>
          <p:cNvSpPr/>
          <p:nvPr/>
        </p:nvSpPr>
        <p:spPr>
          <a:xfrm>
            <a:off x="7904381" y="814639"/>
            <a:ext cx="971537" cy="47551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Test Management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9F6B219-3C0E-50C9-AA9B-8FA24CE0F242}"/>
              </a:ext>
            </a:extLst>
          </p:cNvPr>
          <p:cNvSpPr/>
          <p:nvPr/>
        </p:nvSpPr>
        <p:spPr>
          <a:xfrm>
            <a:off x="8984760" y="825464"/>
            <a:ext cx="1337618" cy="47551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>
                <a:latin typeface="Manrope" pitchFamily="2" charset="0"/>
              </a:rPr>
              <a:t>Change, Release &amp; Cutover Orchestration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C58D077-BF69-D3BC-D777-87271F2B636D}"/>
              </a:ext>
            </a:extLst>
          </p:cNvPr>
          <p:cNvSpPr/>
          <p:nvPr/>
        </p:nvSpPr>
        <p:spPr>
          <a:xfrm>
            <a:off x="10398388" y="4768197"/>
            <a:ext cx="1140469" cy="51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Manrope" pitchFamily="2" charset="0"/>
                <a:ea typeface="Geist" pitchFamily="2" charset="0"/>
                <a:cs typeface="Geist" pitchFamily="2" charset="0"/>
              </a:rPr>
              <a:t>Process Engine</a:t>
            </a:r>
          </a:p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(Flowable)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8B6C17F-EAC2-6775-4203-1A01D8D75B1A}"/>
              </a:ext>
            </a:extLst>
          </p:cNvPr>
          <p:cNvSpPr/>
          <p:nvPr/>
        </p:nvSpPr>
        <p:spPr>
          <a:xfrm>
            <a:off x="10413317" y="826654"/>
            <a:ext cx="505053" cy="47551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OCM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4906272-56F1-D016-BA22-5F26E1CA64D3}"/>
              </a:ext>
            </a:extLst>
          </p:cNvPr>
          <p:cNvSpPr/>
          <p:nvPr/>
        </p:nvSpPr>
        <p:spPr>
          <a:xfrm>
            <a:off x="10986749" y="826654"/>
            <a:ext cx="639195" cy="47551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Manrope" pitchFamily="2" charset="0"/>
                <a:ea typeface="Geist" pitchFamily="2" charset="0"/>
                <a:cs typeface="Geist" pitchFamily="2" charset="0"/>
              </a:rPr>
              <a:t>Signoff</a:t>
            </a:r>
            <a:endParaRPr lang="en-IN" sz="1000" dirty="0">
              <a:latin typeface="Manrope" pitchFamily="2" charset="0"/>
              <a:ea typeface="Geist" pitchFamily="2" charset="0"/>
              <a:cs typeface="Geist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39B66CF-7076-4CF7-C593-176721051C00}"/>
              </a:ext>
            </a:extLst>
          </p:cNvPr>
          <p:cNvSpPr txBox="1"/>
          <p:nvPr/>
        </p:nvSpPr>
        <p:spPr>
          <a:xfrm>
            <a:off x="250373" y="119743"/>
            <a:ext cx="11484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KTERN.AI v1.5 – A BIG PICTURE</a:t>
            </a:r>
            <a:endParaRPr lang="en-IN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878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05edb4-b831-45c8-adf2-f37f685ac393">
      <Terms xmlns="http://schemas.microsoft.com/office/infopath/2007/PartnerControls"/>
    </lcf76f155ced4ddcb4097134ff3c332f>
    <TaxCatchAll xmlns="28ba175b-6e8c-4dfa-bcd0-f0a3154f1dc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E3CEE8AA972A42B4B1A3A00B045CB9" ma:contentTypeVersion="17" ma:contentTypeDescription="Create a new document." ma:contentTypeScope="" ma:versionID="d0e8c04ddf46f2c1be26e8db61105b29">
  <xsd:schema xmlns:xsd="http://www.w3.org/2001/XMLSchema" xmlns:xs="http://www.w3.org/2001/XMLSchema" xmlns:p="http://schemas.microsoft.com/office/2006/metadata/properties" xmlns:ns2="2a05edb4-b831-45c8-adf2-f37f685ac393" xmlns:ns3="28ba175b-6e8c-4dfa-bcd0-f0a3154f1dce" targetNamespace="http://schemas.microsoft.com/office/2006/metadata/properties" ma:root="true" ma:fieldsID="0293a61771eda7a82e6a01d6cce033e4" ns2:_="" ns3:_="">
    <xsd:import namespace="2a05edb4-b831-45c8-adf2-f37f685ac393"/>
    <xsd:import namespace="28ba175b-6e8c-4dfa-bcd0-f0a3154f1d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05edb4-b831-45c8-adf2-f37f685ac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39886c7-d72c-4729-b441-20f593283a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ba175b-6e8c-4dfa-bcd0-f0a3154f1dc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d180beb-90ba-42a0-91c2-f26e1590caf8}" ma:internalName="TaxCatchAll" ma:showField="CatchAllData" ma:web="28ba175b-6e8c-4dfa-bcd0-f0a3154f1d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93C383-DDAC-4948-AAC6-FBF0D7B44AE9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28ba175b-6e8c-4dfa-bcd0-f0a3154f1dce"/>
    <ds:schemaRef ds:uri="http://schemas.openxmlformats.org/package/2006/metadata/core-properties"/>
    <ds:schemaRef ds:uri="2a05edb4-b831-45c8-adf2-f37f685ac393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CF68296-0BC9-4AFB-8FCE-24C98A553DEA}"/>
</file>

<file path=customXml/itemProps3.xml><?xml version="1.0" encoding="utf-8"?>
<ds:datastoreItem xmlns:ds="http://schemas.openxmlformats.org/officeDocument/2006/customXml" ds:itemID="{54DCB785-1D0D-43D6-8CB6-DFA3D1E6AF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298</Words>
  <Application>Microsoft Office PowerPoint</Application>
  <PresentationFormat>Widescreen</PresentationFormat>
  <Paragraphs>92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Manrope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Frainlar</dc:creator>
  <cp:lastModifiedBy>Edson Frainlar</cp:lastModifiedBy>
  <cp:revision>1</cp:revision>
  <dcterms:created xsi:type="dcterms:W3CDTF">2026-01-05T20:48:44Z</dcterms:created>
  <dcterms:modified xsi:type="dcterms:W3CDTF">2026-01-19T13:48:48Z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0x010100C7E3CEE8AA972A42B4B1A3A00B045CB9</vt:lpwstr>
  </property>
  <property fmtid="{D5CDD505-2E9C-101B-9397-08002B2CF9AE}" pid="3" name="MediaServiceImageTags">
    <vt:lpwstr/>
  </property>
</Properties>
</file>